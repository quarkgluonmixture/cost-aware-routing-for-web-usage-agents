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50"/>
  </p:normalViewPr>
  <p:slideViewPr>
    <p:cSldViewPr snapToGrid="0" snapToObjects="1">
      <p:cViewPr>
        <p:scale>
          <a:sx n="55" d="100"/>
          <a:sy n="55" d="100"/>
        </p:scale>
        <p:origin x="1320" y="-49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80624"/>
            <a:ext cx="21384000" cy="290945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_m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21384000" cy="46347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21384000" cy="152561"/>
          </a:xfrm>
          <a:prstGeom prst="rect">
            <a:avLst/>
          </a:prstGeom>
          <a:gradFill rotWithShape="1">
            <a:gsLst>
              <a:gs pos="0">
                <a:srgbClr val="5049F9"/>
              </a:gs>
              <a:gs pos="54000">
                <a:srgbClr val="AB5FCE"/>
              </a:gs>
              <a:gs pos="100000">
                <a:srgbClr val="36B1F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hai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79" y="595805"/>
            <a:ext cx="1827193" cy="1169636"/>
          </a:xfrm>
          <a:prstGeom prst="rect">
            <a:avLst/>
          </a:prstGeom>
        </p:spPr>
      </p:pic>
      <p:pic>
        <p:nvPicPr>
          <p:cNvPr id="6" name="Picture 5" descr="cdi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64374" y="443244"/>
            <a:ext cx="1925207" cy="14747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35215" y="535190"/>
            <a:ext cx="15526985" cy="129086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6000"/>
              </a:lnSpc>
            </a:pPr>
            <a:r>
              <a:rPr sz="4096" b="0" dirty="0">
                <a:solidFill>
                  <a:srgbClr val="FFFFFF"/>
                </a:solidFill>
                <a:latin typeface="Georgia"/>
              </a:rPr>
              <a:t>[Your title. A claim reads better than a topic: say what you found, not what the poster is about.]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7779" y="2129501"/>
            <a:ext cx="20061802" cy="457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36" b="0" dirty="0">
                <a:solidFill>
                  <a:srgbClr val="FFFFFF"/>
                </a:solidFill>
                <a:latin typeface="Arial"/>
              </a:rPr>
              <a:t>[Your Name]</a:t>
            </a:r>
            <a:r>
              <a:rPr sz="1358" b="0" baseline="30000" dirty="0">
                <a:solidFill>
                  <a:srgbClr val="FFFFFF"/>
                </a:solidFill>
                <a:latin typeface="Arial"/>
              </a:rPr>
              <a:t>2</a:t>
            </a:r>
            <a:r>
              <a:rPr sz="1836" b="0" dirty="0">
                <a:solidFill>
                  <a:srgbClr val="FFFFFF"/>
                </a:solidFill>
                <a:latin typeface="Arial"/>
              </a:rPr>
              <a:t>      [Supervisor: Prof. Name]</a:t>
            </a:r>
            <a:r>
              <a:rPr sz="1358" b="0" baseline="30000" dirty="0">
                <a:solidFill>
                  <a:srgbClr val="FFFFFF"/>
                </a:solidFill>
                <a:latin typeface="Arial"/>
              </a:rPr>
              <a:t>2</a:t>
            </a:r>
            <a:r>
              <a:rPr sz="1836" b="0" dirty="0">
                <a:solidFill>
                  <a:srgbClr val="FFFFFF"/>
                </a:solidFill>
                <a:latin typeface="Arial"/>
              </a:rPr>
              <a:t>      [Second Supervisor]</a:t>
            </a:r>
            <a:r>
              <a:rPr sz="1358" b="0" baseline="30000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911" y="2569652"/>
            <a:ext cx="20061802" cy="4068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49" b="0" baseline="30000" dirty="0">
                <a:solidFill>
                  <a:srgbClr val="C9C6FF"/>
                </a:solidFill>
                <a:latin typeface="Arial"/>
              </a:rPr>
              <a:t>1</a:t>
            </a:r>
            <a:r>
              <a:rPr sz="1553" b="0" dirty="0">
                <a:solidFill>
                  <a:srgbClr val="C9C6FF"/>
                </a:solidFill>
                <a:latin typeface="Arial"/>
              </a:rPr>
              <a:t>Holistic AI          </a:t>
            </a:r>
            <a:r>
              <a:rPr sz="1149" b="0" baseline="30000" dirty="0">
                <a:solidFill>
                  <a:srgbClr val="C9C6FF"/>
                </a:solidFill>
                <a:latin typeface="Arial"/>
              </a:rPr>
              <a:t>2</a:t>
            </a:r>
            <a:r>
              <a:rPr sz="1553" b="0" dirty="0">
                <a:solidFill>
                  <a:srgbClr val="C9C6FF"/>
                </a:solidFill>
                <a:latin typeface="Arial"/>
              </a:rPr>
              <a:t>University College London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7779" y="3308278"/>
            <a:ext cx="20061802" cy="1078916"/>
          </a:xfrm>
          <a:prstGeom prst="rect">
            <a:avLst/>
          </a:prstGeom>
          <a:gradFill rotWithShape="1">
            <a:gsLst>
              <a:gs pos="0">
                <a:srgbClr val="141E41"/>
              </a:gs>
              <a:gs pos="100000">
                <a:srgbClr val="3F3AC4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27779" y="3308277"/>
            <a:ext cx="238442" cy="1078917"/>
          </a:xfrm>
          <a:prstGeom prst="rect">
            <a:avLst/>
          </a:prstGeom>
          <a:gradFill rotWithShape="1">
            <a:gsLst>
              <a:gs pos="0">
                <a:srgbClr val="5049F9"/>
              </a:gs>
              <a:gs pos="54000">
                <a:srgbClr val="AB5FCE"/>
              </a:gs>
              <a:gs pos="100000">
                <a:srgbClr val="36B1FE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90585" y="3363957"/>
            <a:ext cx="18536190" cy="9276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0" dirty="0">
                <a:solidFill>
                  <a:srgbClr val="FFFFFF"/>
                </a:solidFill>
                <a:latin typeface="Georgia"/>
              </a:rPr>
              <a:t>[One sentence. Plain English, with a number in it. What did you find, and how big was the effect? No hedging, no method, no jargon.]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7779" y="5232316"/>
            <a:ext cx="177988" cy="177988"/>
          </a:xfrm>
          <a:prstGeom prst="rect">
            <a:avLst/>
          </a:prstGeom>
          <a:solidFill>
            <a:srgbClr val="AB5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2902" y="5194176"/>
            <a:ext cx="6144827" cy="2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en-GB" sz="1412" b="1" spc="180" dirty="0">
                <a:solidFill>
                  <a:srgbClr val="141E41"/>
                </a:solidFill>
                <a:latin typeface="Consolas"/>
              </a:rPr>
              <a:t>xxx</a:t>
            </a:r>
            <a:endParaRPr sz="1412" b="1" spc="180" dirty="0">
              <a:solidFill>
                <a:srgbClr val="141E41"/>
              </a:solidFill>
              <a:latin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27779" y="5550152"/>
            <a:ext cx="1169636" cy="35597"/>
          </a:xfrm>
          <a:prstGeom prst="rect">
            <a:avLst/>
          </a:prstGeom>
          <a:solidFill>
            <a:srgbClr val="14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897415" y="5560323"/>
            <a:ext cx="5280313" cy="15256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7779" y="5880701"/>
            <a:ext cx="6449950" cy="3285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1130"/>
              </a:spcAft>
            </a:pPr>
            <a:r>
              <a:rPr lang="en-GB" sz="1765" b="0" dirty="0" err="1">
                <a:solidFill>
                  <a:srgbClr val="12162E"/>
                </a:solidFill>
                <a:latin typeface="Arial"/>
              </a:rPr>
              <a:t>xxxx</a:t>
            </a:r>
            <a:endParaRPr sz="1765" b="0" dirty="0">
              <a:solidFill>
                <a:srgbClr val="12162E"/>
              </a:solidFill>
              <a:latin typeface="Arial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533705" y="5232316"/>
            <a:ext cx="177988" cy="177988"/>
          </a:xfrm>
          <a:prstGeom prst="rect">
            <a:avLst/>
          </a:prstGeom>
          <a:solidFill>
            <a:srgbClr val="AB5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38828" y="5194176"/>
            <a:ext cx="6144827" cy="2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en-GB" sz="1412" b="1" spc="180" dirty="0">
                <a:solidFill>
                  <a:srgbClr val="141E41"/>
                </a:solidFill>
                <a:latin typeface="Consolas"/>
              </a:rPr>
              <a:t>xxx</a:t>
            </a:r>
            <a:endParaRPr sz="1412" b="1" spc="180" dirty="0">
              <a:solidFill>
                <a:srgbClr val="141E41"/>
              </a:solidFill>
              <a:latin typeface="Consola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533705" y="5550152"/>
            <a:ext cx="1169636" cy="35597"/>
          </a:xfrm>
          <a:prstGeom prst="rect">
            <a:avLst/>
          </a:prstGeom>
          <a:solidFill>
            <a:srgbClr val="14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703342" y="5560323"/>
            <a:ext cx="5280313" cy="15256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33705" y="5880701"/>
            <a:ext cx="6449950" cy="3285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lang="en-GB" sz="1765" b="0" dirty="0">
                <a:solidFill>
                  <a:srgbClr val="12162E"/>
                </a:solidFill>
                <a:latin typeface="Arial"/>
              </a:rPr>
              <a:t>xxx</a:t>
            </a:r>
            <a:endParaRPr sz="1765" b="0" dirty="0">
              <a:solidFill>
                <a:srgbClr val="12162E"/>
              </a:solidFill>
              <a:latin typeface="Arial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533705" y="8219974"/>
            <a:ext cx="6449950" cy="8695990"/>
          </a:xfrm>
          <a:prstGeom prst="rect">
            <a:avLst/>
          </a:prstGeom>
          <a:solidFill>
            <a:srgbClr val="F7F9FD"/>
          </a:solidFill>
          <a:ln w="8970">
            <a:solidFill>
              <a:srgbClr val="DD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533705" y="8219974"/>
            <a:ext cx="6449950" cy="50853"/>
          </a:xfrm>
          <a:prstGeom prst="rect">
            <a:avLst/>
          </a:prstGeom>
          <a:solidFill>
            <a:srgbClr val="504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533705" y="17119379"/>
            <a:ext cx="6449950" cy="2307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71" b="0" dirty="0">
                <a:solidFill>
                  <a:srgbClr val="5D6787"/>
                </a:solidFill>
                <a:latin typeface="Arial"/>
              </a:rPr>
              <a:t>[Fig 1. </a:t>
            </a:r>
            <a:r>
              <a:rPr lang="en-GB" sz="1271" b="0" dirty="0">
                <a:solidFill>
                  <a:srgbClr val="5D6787"/>
                </a:solidFill>
                <a:latin typeface="Arial"/>
              </a:rPr>
              <a:t>xxx</a:t>
            </a:r>
            <a:r>
              <a:rPr sz="1271" b="0" dirty="0">
                <a:solidFill>
                  <a:srgbClr val="5D6787"/>
                </a:solidFill>
                <a:latin typeface="Arial"/>
              </a:rPr>
              <a:t>.]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339632" y="5232316"/>
            <a:ext cx="177988" cy="177988"/>
          </a:xfrm>
          <a:prstGeom prst="rect">
            <a:avLst/>
          </a:prstGeom>
          <a:solidFill>
            <a:srgbClr val="AB5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4644754" y="5194176"/>
            <a:ext cx="6144827" cy="23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en-GB" sz="1412" b="1" spc="180" dirty="0">
                <a:solidFill>
                  <a:srgbClr val="141E41"/>
                </a:solidFill>
                <a:latin typeface="Consolas"/>
              </a:rPr>
              <a:t>xxx</a:t>
            </a:r>
            <a:endParaRPr sz="1412" b="1" spc="180" dirty="0">
              <a:solidFill>
                <a:srgbClr val="141E41"/>
              </a:solidFill>
              <a:latin typeface="Consolas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4339632" y="5550152"/>
            <a:ext cx="1169636" cy="35597"/>
          </a:xfrm>
          <a:prstGeom prst="rect">
            <a:avLst/>
          </a:prstGeom>
          <a:solidFill>
            <a:srgbClr val="14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5509268" y="5560323"/>
            <a:ext cx="5280313" cy="15256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4339632" y="5778994"/>
            <a:ext cx="6449950" cy="1169636"/>
          </a:xfrm>
          <a:prstGeom prst="rect">
            <a:avLst/>
          </a:prstGeom>
          <a:solidFill>
            <a:srgbClr val="EC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4593900" y="5956982"/>
            <a:ext cx="1983296" cy="6102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48" b="1">
                <a:solidFill>
                  <a:srgbClr val="141E41"/>
                </a:solidFill>
                <a:latin typeface="Consolas"/>
              </a:rPr>
              <a:t>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593900" y="6516373"/>
            <a:ext cx="1983296" cy="330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9" b="0" spc="140">
                <a:solidFill>
                  <a:srgbClr val="5D6787"/>
                </a:solidFill>
                <a:latin typeface="Consolas"/>
              </a:rPr>
              <a:t>METRIC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678904" y="5956982"/>
            <a:ext cx="1983296" cy="6102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48" b="1">
                <a:solidFill>
                  <a:srgbClr val="141E41"/>
                </a:solidFill>
                <a:latin typeface="Consolas"/>
              </a:rPr>
              <a:t>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678904" y="6516373"/>
            <a:ext cx="1983296" cy="330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9" b="0" spc="140">
                <a:solidFill>
                  <a:srgbClr val="5D6787"/>
                </a:solidFill>
                <a:latin typeface="Consolas"/>
              </a:rPr>
              <a:t>METRIC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763908" y="5956982"/>
            <a:ext cx="1983296" cy="6102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48" b="1" dirty="0">
                <a:solidFill>
                  <a:srgbClr val="141E41"/>
                </a:solidFill>
                <a:latin typeface="Consolas"/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763908" y="6516373"/>
            <a:ext cx="1983296" cy="330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9" b="0" spc="140">
                <a:solidFill>
                  <a:srgbClr val="5D6787"/>
                </a:solidFill>
                <a:latin typeface="Consolas"/>
              </a:rPr>
              <a:t>METRIC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-375" y="28403797"/>
            <a:ext cx="21384000" cy="1881588"/>
          </a:xfrm>
          <a:prstGeom prst="rect">
            <a:avLst/>
          </a:prstGeom>
          <a:solidFill>
            <a:srgbClr val="14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-375" y="28403797"/>
            <a:ext cx="21384000" cy="101707"/>
          </a:xfrm>
          <a:prstGeom prst="rect">
            <a:avLst/>
          </a:prstGeom>
          <a:gradFill rotWithShape="1">
            <a:gsLst>
              <a:gs pos="0">
                <a:srgbClr val="5049F9"/>
              </a:gs>
              <a:gs pos="54000">
                <a:srgbClr val="AB5FCE"/>
              </a:gs>
              <a:gs pos="100000">
                <a:srgbClr val="36B1F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27200" y="29119390"/>
            <a:ext cx="12438317" cy="10170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83" b="0">
                <a:solidFill>
                  <a:srgbClr val="FFFFFF"/>
                </a:solidFill>
                <a:latin typeface="Arial"/>
              </a:rPr>
              <a:t>[your.name@ucl.ac.uk]</a:t>
            </a:r>
          </a:p>
          <a:p>
            <a:pPr algn="l">
              <a:lnSpc>
                <a:spcPct val="145000"/>
              </a:lnSpc>
            </a:pPr>
            <a:r>
              <a:rPr sz="1483" b="0">
                <a:solidFill>
                  <a:srgbClr val="FFFFFF"/>
                </a:solidFill>
                <a:latin typeface="Arial"/>
              </a:rPr>
              <a:t>[Code and data: github.com/your-handle/your-repo]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4399552" y="29383118"/>
            <a:ext cx="4831105" cy="355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88" b="0" spc="100">
                <a:solidFill>
                  <a:srgbClr val="8892B0"/>
                </a:solidFill>
                <a:latin typeface="Consolas"/>
              </a:rPr>
              <a:t>Holistic AI × UCL CDI · 16 September 2026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4399552" y="29140955"/>
            <a:ext cx="4831105" cy="4068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 spc="120">
                <a:solidFill>
                  <a:srgbClr val="5049F9"/>
                </a:solidFill>
                <a:latin typeface="Consolas"/>
              </a:rPr>
              <a:t>Scan for code &amp; data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518657" y="28709728"/>
            <a:ext cx="1271343" cy="1271343"/>
          </a:xfrm>
          <a:prstGeom prst="rect">
            <a:avLst/>
          </a:prstGeom>
          <a:noFill/>
          <a:ln w="10764">
            <a:solidFill>
              <a:srgbClr val="5049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9518657" y="29216317"/>
            <a:ext cx="1271343" cy="4068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47" b="0" spc="120" dirty="0">
                <a:solidFill>
                  <a:srgbClr val="5049F9"/>
                </a:solidFill>
                <a:latin typeface="Consolas"/>
              </a:rPr>
              <a:t>DROP YOUR</a:t>
            </a:r>
          </a:p>
          <a:p>
            <a:pPr algn="ctr">
              <a:lnSpc>
                <a:spcPct val="118000"/>
              </a:lnSpc>
            </a:pPr>
            <a:r>
              <a:rPr sz="847" b="0" spc="120" dirty="0">
                <a:solidFill>
                  <a:srgbClr val="5049F9"/>
                </a:solidFill>
                <a:latin typeface="Consolas"/>
              </a:rPr>
              <a:t>QR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141</Words>
  <Application>Microsoft Macintosh PowerPoint</Application>
  <PresentationFormat>Custom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Consolas</vt:lpstr>
      <vt:lpstr>Georgia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Zekun Wu</cp:lastModifiedBy>
  <cp:revision>5</cp:revision>
  <dcterms:created xsi:type="dcterms:W3CDTF">2013-01-27T09:14:16Z</dcterms:created>
  <dcterms:modified xsi:type="dcterms:W3CDTF">2026-08-29T21:12:10Z</dcterms:modified>
  <cp:category/>
</cp:coreProperties>
</file>