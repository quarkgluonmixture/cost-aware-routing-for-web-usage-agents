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eck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i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5940000"/>
            <a:ext cx="618627" cy="396000"/>
          </a:xfrm>
          <a:prstGeom prst="rect">
            <a:avLst/>
          </a:prstGeom>
        </p:spPr>
      </p:pic>
      <p:pic>
        <p:nvPicPr>
          <p:cNvPr id="6" name="Picture 5" descr="cdi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254" y="5904000"/>
            <a:ext cx="610946" cy="46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1728000"/>
            <a:ext cx="10609200" cy="165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8000"/>
              </a:lnSpc>
            </a:pPr>
            <a:r>
              <a:rPr sz="4400" b="0">
                <a:solidFill>
                  <a:srgbClr val="FFFFFF"/>
                </a:solidFill>
                <a:latin typeface="Georgia"/>
              </a:rPr>
              <a:t>[Your talk title]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600000"/>
            <a:ext cx="106092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900" b="0">
                <a:solidFill>
                  <a:srgbClr val="FFFFFF"/>
                </a:solidFill>
                <a:latin typeface="Arial"/>
              </a:rPr>
              <a:t>[Your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4032000"/>
            <a:ext cx="106092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>
                <a:solidFill>
                  <a:srgbClr val="C9C6FF"/>
                </a:solidFill>
                <a:latin typeface="Arial"/>
              </a:rPr>
              <a:t>[Your affiliation]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6480000"/>
            <a:ext cx="10609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spc="120">
                <a:solidFill>
                  <a:srgbClr val="C9C6FF"/>
                </a:solidFill>
                <a:latin typeface="Consolas"/>
              </a:rPr>
              <a:t>Holistic AI × UCL CDI Research Showcase ·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eck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2808000"/>
            <a:ext cx="216000" cy="12240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68000" y="2808000"/>
            <a:ext cx="100332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3400" b="0">
                <a:solidFill>
                  <a:srgbClr val="FFFFFF"/>
                </a:solidFill>
                <a:latin typeface="Georgia"/>
              </a:rPr>
              <a:t>[Section]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000" y="3600000"/>
            <a:ext cx="1003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0">
                <a:solidFill>
                  <a:srgbClr val="C9C6FF"/>
                </a:solidFill>
                <a:latin typeface="Arial"/>
              </a:rPr>
              <a:t>[One line on what this section argues.]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6480000"/>
            <a:ext cx="10609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spc="120">
                <a:solidFill>
                  <a:srgbClr val="C9C6FF"/>
                </a:solidFill>
                <a:latin typeface="Consolas"/>
              </a:rPr>
              <a:t>Holistic AI × UCL CDI Research Showcase · 16 September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eck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1872000"/>
            <a:ext cx="10609200" cy="2448000"/>
          </a:xfrm>
          <a:prstGeom prst="rect">
            <a:avLst/>
          </a:prstGeom>
          <a:gradFill rotWithShape="1">
            <a:gsLst>
              <a:gs pos="0">
                <a:srgbClr val="141E41"/>
              </a:gs>
              <a:gs pos="100000">
                <a:srgbClr val="3F3AC4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000" y="1872000"/>
            <a:ext cx="180000" cy="24480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68000" y="2160000"/>
            <a:ext cx="94572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 spc="240">
                <a:solidFill>
                  <a:srgbClr val="C9C6FF"/>
                </a:solidFill>
                <a:latin typeface="Consolas"/>
              </a:rPr>
              <a:t>THE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8000" y="2520000"/>
            <a:ext cx="9457200" cy="15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0">
                <a:solidFill>
                  <a:srgbClr val="FFFFFF"/>
                </a:solidFill>
                <a:latin typeface="Georgia"/>
              </a:rPr>
              <a:t>[One sentence, plain English, with a number in it. The line you want the room to remember.]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480000"/>
            <a:ext cx="10609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spc="120">
                <a:solidFill>
                  <a:srgbClr val="C9C6FF"/>
                </a:solidFill>
                <a:latin typeface="Consolas"/>
              </a:rPr>
              <a:t>Holistic AI × UCL CDI Research Showcase · 16 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0" y="792000"/>
            <a:ext cx="180000" cy="180000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000" y="756000"/>
            <a:ext cx="10249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12162E"/>
                </a:solidFill>
                <a:latin typeface="Georgia"/>
              </a:rPr>
              <a:t>[Slide title]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296000"/>
            <a:ext cx="1224000" cy="39600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6000" y="1306800"/>
            <a:ext cx="9385200" cy="14400"/>
          </a:xfrm>
          <a:prstGeom prst="rect">
            <a:avLst/>
          </a:prstGeom>
          <a:solidFill>
            <a:srgbClr val="CF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656000"/>
            <a:ext cx="10609200" cy="3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12162E"/>
                </a:solidFill>
                <a:latin typeface="Arial"/>
              </a:rPr>
              <a:t>•   [One point per line. Say it, do not read it.]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>
                <a:solidFill>
                  <a:srgbClr val="12162E"/>
                </a:solidFill>
                <a:latin typeface="Arial"/>
              </a:rPr>
              <a:t>•   [Three or four lines is the most a slide should carry at this size.]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>
                <a:solidFill>
                  <a:srgbClr val="12162E"/>
                </a:solidFill>
                <a:latin typeface="Arial"/>
              </a:rPr>
              <a:t>•   [If a line needs a second line to make sense, it is two slides.]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480000"/>
            <a:ext cx="10609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spc="120">
                <a:solidFill>
                  <a:srgbClr val="5D6787"/>
                </a:solidFill>
                <a:latin typeface="Consolas"/>
              </a:rPr>
              <a:t>Holistic AI × UCL CDI Research Showcase · 16 September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0" y="792000"/>
            <a:ext cx="180000" cy="180000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000" y="756000"/>
            <a:ext cx="10249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12162E"/>
                </a:solidFill>
                <a:latin typeface="Georgia"/>
              </a:rPr>
              <a:t>[Figure slide]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296000"/>
            <a:ext cx="1224000" cy="39600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6000" y="1306800"/>
            <a:ext cx="9385200" cy="14400"/>
          </a:xfrm>
          <a:prstGeom prst="rect">
            <a:avLst/>
          </a:prstGeom>
          <a:solidFill>
            <a:srgbClr val="CF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1584000"/>
            <a:ext cx="10609200" cy="3888000"/>
          </a:xfrm>
          <a:prstGeom prst="rect">
            <a:avLst/>
          </a:prstGeom>
          <a:solidFill>
            <a:srgbClr val="F7F9FD"/>
          </a:solidFill>
          <a:ln w="8890">
            <a:solidFill>
              <a:srgbClr val="CF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000" y="1584000"/>
            <a:ext cx="10609200" cy="432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2000"/>
            <a:ext cx="106092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0">
                <a:solidFill>
                  <a:srgbClr val="5D6787"/>
                </a:solidFill>
                <a:latin typeface="Consolas"/>
              </a:rPr>
              <a:t>Drop one chart here.</a:t>
            </a:r>
          </a:p>
          <a:p>
            <a:pPr algn="ctr">
              <a:lnSpc>
                <a:spcPct val="124000"/>
              </a:lnSpc>
            </a:pPr>
            <a:r>
              <a:rPr sz="1200" b="0">
                <a:solidFill>
                  <a:srgbClr val="5D6787"/>
                </a:solidFill>
                <a:latin typeface="Consolas"/>
              </a:rPr>
              <a:t>One chart, one claim. Caption it with the claim, not the axes.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6480000"/>
            <a:ext cx="10609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spc="120">
                <a:solidFill>
                  <a:srgbClr val="5D6787"/>
                </a:solidFill>
                <a:latin typeface="Consolas"/>
              </a:rPr>
              <a:t>Holistic AI × UCL CDI Research Showcase · 16 September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0" y="792000"/>
            <a:ext cx="180000" cy="180000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000" y="756000"/>
            <a:ext cx="10249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600" b="0">
                <a:solidFill>
                  <a:srgbClr val="12162E"/>
                </a:solidFill>
                <a:latin typeface="Georgia"/>
              </a:rPr>
              <a:t>[Before and after]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296000"/>
            <a:ext cx="1224000" cy="39600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6000" y="1306800"/>
            <a:ext cx="9385200" cy="14400"/>
          </a:xfrm>
          <a:prstGeom prst="rect">
            <a:avLst/>
          </a:prstGeom>
          <a:solidFill>
            <a:srgbClr val="CF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1656000"/>
            <a:ext cx="5088600" cy="3456000"/>
          </a:xfrm>
          <a:prstGeom prst="rect">
            <a:avLst/>
          </a:prstGeom>
          <a:solidFill>
            <a:srgbClr val="F7F9FD"/>
          </a:solidFill>
          <a:ln w="8890">
            <a:solidFill>
              <a:srgbClr val="CF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1872000"/>
            <a:ext cx="45126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 spc="180">
                <a:solidFill>
                  <a:srgbClr val="AB5FCE"/>
                </a:solidFill>
                <a:latin typeface="Consolas"/>
              </a:rPr>
              <a:t>[LEFT]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232000"/>
            <a:ext cx="4512600" cy="25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5D6787"/>
                </a:solidFill>
                <a:latin typeface="Arial"/>
              </a:rPr>
              <a:t>[Chart, table or three lines of text.]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2600" y="1656000"/>
            <a:ext cx="5088600" cy="3456000"/>
          </a:xfrm>
          <a:prstGeom prst="rect">
            <a:avLst/>
          </a:prstGeom>
          <a:solidFill>
            <a:srgbClr val="F7F9FD"/>
          </a:solidFill>
          <a:ln w="8890">
            <a:solidFill>
              <a:srgbClr val="CF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0600" y="1872000"/>
            <a:ext cx="45126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 spc="180">
                <a:solidFill>
                  <a:srgbClr val="AB5FCE"/>
                </a:solidFill>
                <a:latin typeface="Consolas"/>
              </a:rPr>
              <a:t>[RIGHT]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600" y="2232000"/>
            <a:ext cx="4512600" cy="25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>
                <a:solidFill>
                  <a:srgbClr val="5D6787"/>
                </a:solidFill>
                <a:latin typeface="Arial"/>
              </a:rPr>
              <a:t>[Chart, table or three lines of text.]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6480000"/>
            <a:ext cx="10609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spc="120">
                <a:solidFill>
                  <a:srgbClr val="5D6787"/>
                </a:solidFill>
                <a:latin typeface="Consolas"/>
              </a:rPr>
              <a:t>Holistic AI × UCL CDI Research Showcase · 16 September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eck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scaled="0"/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i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5940000"/>
            <a:ext cx="618627" cy="396000"/>
          </a:xfrm>
          <a:prstGeom prst="rect">
            <a:avLst/>
          </a:prstGeom>
        </p:spPr>
      </p:pic>
      <p:pic>
        <p:nvPicPr>
          <p:cNvPr id="6" name="Picture 5" descr="cdi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254" y="5904000"/>
            <a:ext cx="610946" cy="46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2232000"/>
            <a:ext cx="106092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3800" b="0">
                <a:solidFill>
                  <a:srgbClr val="FFFFFF"/>
                </a:solidFill>
                <a:latin typeface="Georgia"/>
              </a:rPr>
              <a:t>[Thank you]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240000"/>
            <a:ext cx="10609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00" b="0" spc="100">
                <a:solidFill>
                  <a:srgbClr val="C9C6FF"/>
                </a:solidFill>
                <a:latin typeface="Consolas"/>
              </a:rPr>
              <a:t>[your.name@ucl.ac.uk]  ·  [github.com/your-handle/your-repo]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2600" y="3816000"/>
            <a:ext cx="1008000" cy="1008000"/>
          </a:xfrm>
          <a:prstGeom prst="rect">
            <a:avLst/>
          </a:prstGeom>
          <a:noFill/>
          <a:ln w="12700">
            <a:solidFill>
              <a:srgbClr val="5049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2600" y="4212000"/>
            <a:ext cx="100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700" b="0" spc="100">
                <a:solidFill>
                  <a:srgbClr val="5049F9"/>
                </a:solidFill>
                <a:latin typeface="Consolas"/>
              </a:rPr>
              <a:t>DROP YOUR</a:t>
            </a:r>
          </a:p>
          <a:p>
            <a:pPr algn="ctr">
              <a:lnSpc>
                <a:spcPct val="124000"/>
              </a:lnSpc>
            </a:pPr>
            <a:r>
              <a:rPr sz="700" b="0" spc="100">
                <a:solidFill>
                  <a:srgbClr val="5049F9"/>
                </a:solidFill>
                <a:latin typeface="Consolas"/>
              </a:rPr>
              <a:t>QR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6480000"/>
            <a:ext cx="10609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spc="120">
                <a:solidFill>
                  <a:srgbClr val="C9C6FF"/>
                </a:solidFill>
                <a:latin typeface="Consolas"/>
              </a:rPr>
              <a:t>Holistic AI × UCL CDI Research Showcase · 16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