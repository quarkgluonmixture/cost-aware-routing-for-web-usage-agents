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100034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28520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712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4484700" cy="156003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4020520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5634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0 · click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5868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$0.004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1900" y="14020520"/>
            <a:ext cx="4484700" cy="156003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7011900" y="14020520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11900" y="15634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11900" y="15868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$0.012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40600" y="14020520"/>
            <a:ext cx="4484700" cy="156003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1640600" y="14020520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40600" y="15634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5 · type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40600" y="15868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$0.024 spent</a:t>
            </a:r>
          </a:p>
        </p:txBody>
      </p:sp>
      <p:pic>
        <p:nvPicPr>
          <p:cNvPr id="96" name="Picture 95" descr="lane_read_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69300" y="14020520"/>
            <a:ext cx="4484700" cy="1560035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6269300" y="14020520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6269300" y="15634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11 · finish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269300" y="15868554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$0.090 spent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7200" y="16228554"/>
            <a:ext cx="86400" cy="2100034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7200" y="16264554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7200" y="16660554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7200" y="17236554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7200" y="17920554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5" name="Picture 104" descr="lane_look_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83200" y="16228554"/>
            <a:ext cx="4484700" cy="156003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2383200" y="16228554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383200" y="17842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 · scroll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83200" y="18076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$0.007 spent</a:t>
            </a:r>
          </a:p>
        </p:txBody>
      </p:sp>
      <p:pic>
        <p:nvPicPr>
          <p:cNvPr id="109" name="Picture 108" descr="lane_look_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11900" y="16228554"/>
            <a:ext cx="4484700" cy="156003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011900" y="16228554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011900" y="17842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3 · click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011900" y="18076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$0.015 spent</a:t>
            </a:r>
          </a:p>
        </p:txBody>
      </p:sp>
      <p:pic>
        <p:nvPicPr>
          <p:cNvPr id="113" name="Picture 112" descr="lane_look_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40600" y="16228554"/>
            <a:ext cx="4484700" cy="1560035"/>
          </a:xfrm>
          <a:prstGeom prst="rect">
            <a:avLst/>
          </a:prstGeom>
        </p:spPr>
      </p:pic>
      <p:sp>
        <p:nvSpPr>
          <p:cNvPr id="114" name="Rectangle 113"/>
          <p:cNvSpPr/>
          <p:nvPr/>
        </p:nvSpPr>
        <p:spPr>
          <a:xfrm>
            <a:off x="11640600" y="16228554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40600" y="17842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18 · scroll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40600" y="18076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$0.075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step 1's page again</a:t>
            </a:r>
          </a:p>
        </p:txBody>
      </p:sp>
      <p:pic>
        <p:nvPicPr>
          <p:cNvPr id="117" name="Picture 116" descr="lane_look_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69300" y="16228554"/>
            <a:ext cx="4484700" cy="1560035"/>
          </a:xfrm>
          <a:prstGeom prst="rect">
            <a:avLst/>
          </a:prstGeom>
        </p:spPr>
      </p:pic>
      <p:sp>
        <p:nvSpPr>
          <p:cNvPr id="118" name="Rectangle 117"/>
          <p:cNvSpPr/>
          <p:nvPr/>
        </p:nvSpPr>
        <p:spPr>
          <a:xfrm>
            <a:off x="16269300" y="16228554"/>
            <a:ext cx="4484700" cy="1560034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6269300" y="17842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20 · scroll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6269300" y="18076588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$0.083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step 3's page again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7200" y="18364588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LOOK goes round in a circle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— its final frames return to pages it has already seen.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83570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79250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15354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163712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2017440" y="19375705"/>
            <a:ext cx="3870720" cy="3155111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017440" y="19375705"/>
            <a:ext cx="387072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4" name="Picture 123" descr="fig_f5_design_matrix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89440" y="19498105"/>
            <a:ext cx="3726720" cy="29607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883570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79250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15354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163712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534800" y="19375705"/>
            <a:ext cx="6451200" cy="2751873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534800" y="19375705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venn_b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06800" y="19498105"/>
            <a:ext cx="6307200" cy="2557474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534800" y="2219957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883570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879250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15354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163712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14338800" y="19375705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338800" y="19375705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behaviou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10800" y="19498105"/>
            <a:ext cx="6307200" cy="2387379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14338800" y="22029485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287538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283218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19322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20339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27200" y="23415384"/>
            <a:ext cx="6451200" cy="314693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27200" y="2341538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failur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9200" y="23537784"/>
            <a:ext cx="6307200" cy="2952536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727200" y="26634320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side dies of something you can name; the other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287538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283218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19322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20339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7986384" y="23415384"/>
            <a:ext cx="5548032" cy="410065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986384" y="23415384"/>
            <a:ext cx="554803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9" name="Picture 138" descr="fig_f13_dominance_plan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58384" y="23537784"/>
            <a:ext cx="5404032" cy="3906250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7534800" y="27588034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 win lands in the shaded region. None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287538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283218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19322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20339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4338800" y="23415384"/>
            <a:ext cx="6451200" cy="368489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338800" y="2341538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3" name="Picture 142" descr="poster_label_suppl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410800" y="23537784"/>
            <a:ext cx="6307200" cy="3490494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14338800" y="2717227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45" name="Picture 144" descr="qr_repo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