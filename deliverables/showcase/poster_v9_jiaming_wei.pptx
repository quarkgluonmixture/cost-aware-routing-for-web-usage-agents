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28520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712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4020520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4020520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559795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595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991795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567795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8251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559795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559795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$0.071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left the form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559795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9027070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Both start on the same form.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Then READ finishes it, while </a:t>
            </a:r>
            <a:r>
              <a:rPr sz="1550" b="1" i="0">
                <a:solidFill>
                  <a:srgbClr val="12162E"/>
                </a:solidFill>
                <a:latin typeface="Arial"/>
              </a:rPr>
              <a:t>LOOK ends up back on the page it started from</a:t>
            </a:r>
            <a:r>
              <a:rPr sz="1550" b="0" i="0">
                <a:solidFill>
                  <a:srgbClr val="12162E"/>
                </a:solidFill>
                <a:latin typeface="Arial"/>
              </a:rPr>
              <a:t>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2146464" y="20038187"/>
            <a:ext cx="3612672" cy="295010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146464" y="20038187"/>
            <a:ext cx="361267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8464" y="20160587"/>
            <a:ext cx="3468672" cy="27557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986384" y="20038187"/>
            <a:ext cx="5548032" cy="2385652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986384" y="20038187"/>
            <a:ext cx="554803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58384" y="20160587"/>
            <a:ext cx="5404032" cy="219125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49583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20038187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20038187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20160587"/>
            <a:ext cx="6307200" cy="23873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6919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3907773"/>
            <a:ext cx="6451200" cy="314693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030173"/>
            <a:ext cx="6307200" cy="2952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2670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side dies of something you can name; the other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244432" y="23907773"/>
            <a:ext cx="5031936" cy="372759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44432" y="23907773"/>
            <a:ext cx="5031936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fig_f13_dominance_plan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16432" y="24030173"/>
            <a:ext cx="4887936" cy="3533196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70736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 win lands in the shaded region. None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3907773"/>
            <a:ext cx="6451200" cy="368489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poster_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030173"/>
            <a:ext cx="6307200" cy="349049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6646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