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Seen the right way, a page would let the agent solve up to 16 more tasks in 100 than the best fixed choice — yet nothing we trained beat always using the cheapest way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THE AGENT LOOP, AND WHERE THE DECISION SITS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ight Arrow 76"/>
          <p:cNvSpPr/>
          <p:nvPr/>
        </p:nvSpPr>
        <p:spPr>
          <a:xfrm>
            <a:off x="3823200" y="799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ight Arrow 77"/>
          <p:cNvSpPr/>
          <p:nvPr/>
        </p:nvSpPr>
        <p:spPr>
          <a:xfrm>
            <a:off x="8215200" y="799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ight Arrow 78"/>
          <p:cNvSpPr/>
          <p:nvPr/>
        </p:nvSpPr>
        <p:spPr>
          <a:xfrm>
            <a:off x="14119200" y="799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17791200" y="799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7200" y="5580000"/>
            <a:ext cx="3024000" cy="532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7200" y="5580000"/>
            <a:ext cx="3024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200" y="5724000"/>
            <a:ext cx="26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TASK + THE LIVE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7200" y="5958000"/>
            <a:ext cx="26640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200" y="7016345"/>
            <a:ext cx="266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Part of the intent is in the pictures, part in the text.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800" y="7621314"/>
            <a:ext cx="2692800" cy="15189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7" name="Picture 86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00" y="7635714"/>
            <a:ext cx="2664000" cy="1490175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255200" y="5580000"/>
            <a:ext cx="3888000" cy="5328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435200" y="5724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WHO DECIDES HOW TO SEE IT?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35200" y="5958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9200" y="6084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One fixed choice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9200" y="6426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same way of seeing for every task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35200" y="7290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9200" y="7416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Best choice in hindsight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9200" y="7758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knowing afterwards which way solved it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435200" y="8622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9200" y="8748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A learned choice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9200" y="9090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made before the task runs, from what the page looks like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35200" y="10548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this box is what we measure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47200" y="5580000"/>
            <a:ext cx="5400000" cy="16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7200" y="5580000"/>
            <a:ext cx="5400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27200" y="57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27200" y="6084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only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27200" y="662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3,123 tokens on this page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6800" y="5709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91200" y="5724000"/>
            <a:ext cx="2376000" cy="1329075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8647200" y="7380000"/>
            <a:ext cx="5400000" cy="16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647200" y="7380000"/>
            <a:ext cx="5400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27200" y="75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27200" y="7884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page as text: its elements and labels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27200" y="842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3,314 tokens · three text-only variants share this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491200" y="7524000"/>
            <a:ext cx="2376000" cy="1328400"/>
          </a:xfrm>
          <a:prstGeom prst="rect">
            <a:avLst/>
          </a:prstGeom>
          <a:solidFill>
            <a:srgbClr val="FFFFFF"/>
          </a:solidFill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563200" y="7596000"/>
            <a:ext cx="2232000" cy="11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[2] RootWebArea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[89] link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[90] image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[115] link 'My account'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[5] link 'Logout'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[118] link 'Publish Ad'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647200" y="9180000"/>
            <a:ext cx="5400000" cy="16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47200" y="9180000"/>
            <a:ext cx="5400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27200" y="93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27200" y="9684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with numbered boxes, plus the text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827200" y="1022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476800" y="9309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0" name="Picture 119" descr="eye_bo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200" y="9324000"/>
            <a:ext cx="2376000" cy="1329075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14551200" y="5580000"/>
            <a:ext cx="3168000" cy="532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551200" y="5580000"/>
            <a:ext cx="3168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731200" y="5724000"/>
            <a:ext cx="280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AGENT, ONE STEP AT A TIME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731200" y="5958000"/>
            <a:ext cx="2808000" cy="3227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731200" y="6352781"/>
            <a:ext cx="2808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731200" y="6752465"/>
            <a:ext cx="28080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Same model, same prompt, same step budget and same cost accounting whichever way it sees — only what it is shown changes.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8223200" y="5580000"/>
            <a:ext cx="2566800" cy="532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8223200" y="5580000"/>
            <a:ext cx="2566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8403200" y="5724000"/>
            <a:ext cx="22068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WHEN IT STOPS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403200" y="5958000"/>
            <a:ext cx="2206800" cy="1094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✓ solved / ✗ not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$ for the whole attempt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403200" y="7160345"/>
            <a:ext cx="22068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8 website × model combinations · two public benchmarks · 6 ways of seeing · 8,934 task attempts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6113600" y="10908000"/>
            <a:ext cx="43200" cy="432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239200" y="11318400"/>
            <a:ext cx="13896000" cy="432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217600" y="11052000"/>
            <a:ext cx="43200" cy="288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>
            <a:off x="2131200" y="10908000"/>
            <a:ext cx="216000" cy="162000"/>
          </a:xfrm>
          <a:prstGeom prst="triangle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99200" y="11412000"/>
            <a:ext cx="13176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action changes the page → next step · up to 30 steps per task · the bill grows with every step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7200" y="11736000"/>
            <a:ext cx="200628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Everything is held fixed except how the page is shown to the agent. The dashed box is what this work measures — one fixed way of seeing, the best way in hindsight, or a way a model had to learn to choose — each judged on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success and cost. The laptop beside this poster replays the loop on the three tasks below.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267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262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WHAT THE SCREEN BESIDE YOU SHOWS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98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00000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2923200" y="13212000"/>
            <a:ext cx="14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41600" y="13212000"/>
            <a:ext cx="14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760000" y="13212000"/>
            <a:ext cx="14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27200" y="13464000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12800" y="13557600"/>
            <a:ext cx="2044800" cy="97380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3" name="Picture 142" descr="thumb_1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200" y="13572000"/>
            <a:ext cx="2016000" cy="945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923200" y="13572000"/>
            <a:ext cx="4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23200" y="14155369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341600" y="14155369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21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60000" y="14155369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27200" y="14731369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2800" y="14788969"/>
            <a:ext cx="2044800" cy="97380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0" name="Picture 149" descr="thumb_7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200" y="14803369"/>
            <a:ext cx="2016000" cy="945000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2923200" y="14803369"/>
            <a:ext cx="4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23200" y="15386738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30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41600" y="15386738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9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760000" y="15386738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27200" y="15962738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12800" y="16020338"/>
            <a:ext cx="2044800" cy="97380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7" name="Picture 156" descr="thumb_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200" y="16034738"/>
            <a:ext cx="2016000" cy="9450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2923200" y="16034738"/>
            <a:ext cx="4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923200" y="16618107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19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341600" y="16618107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760000" y="16618107"/>
            <a:ext cx="1418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7 steps</a:t>
            </a:r>
          </a:p>
          <a:p>
            <a:pPr>
              <a:lnSpc>
                <a:spcPct val="115000"/>
              </a:lnSpc>
            </a:pPr>
            <a:r>
              <a:rPr sz="1271" b="1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27200" y="17194107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27200" y="17302107"/>
            <a:ext cx="64512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One recorded attempt per way of seeing, B0 · classifieds. Every ✓ / ✗ came out the same on an independent rerun; steps and bill differ run to run — across all tasks a rerun flips 10–14% of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35716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31396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IT CANNOT BE LEARNED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867499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868516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727200" y="18897160"/>
            <a:ext cx="6451200" cy="41253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training example for “which way of seeing” exists only when the agent solves a task. Here the best single way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leaving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examples per setting —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choosing produce the fewest examples to learn from.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Shrinking the training data on purpose confirms scarcity is the mechanism,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Rerunning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one unchanged way of seeing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flips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10–14%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outcomes and by itself buys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2.0–7.6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solved tasks in 100 (B0 · classifieds, six repeated ways, n=224); every gain on this sheet is read against that band, not against zero.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274541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231341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592377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602548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27200" y="23814541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Learning how to see is not only a modelling problem: whether it can be learned depends on how good the agent producing the examples already is.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collect reliable examples, then learn when to look.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27200" y="25482449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 the 2–36% success regime we observed. This need not hold for stronger agents.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1267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262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 ACROSS 8,934 TASK ATTEMPTS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298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3000007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7534800" y="13212000"/>
            <a:ext cx="132552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786800" y="1339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in 100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786800" y="1395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IN HINDSIGHT, BEST OF 8 · VS ONE FIXED CHOICE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037200" y="1339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037200" y="1395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LEARNED CHOICES THAT BEAT ALWAYS-CHEAPEST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6287600" y="1339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6287600" y="1395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HINDSIGHT CHOICES THAT BEAT ALWAYS-CHEAPEST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34800" y="14526000"/>
            <a:ext cx="13255200" cy="8769057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534800" y="14526000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6" name="Picture 175" descr="poster_dominance_pla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2800" y="14684400"/>
            <a:ext cx="13039200" cy="850265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7534800" y="23385057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way of choosing, in every setting, compared with one fixed rule: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way of seeing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 —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on every task, which is why a few points sit left of it. Learned choices are scored only on tasks they never saw.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534800" y="24004426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Choosing well would pay.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Picking the right way of seeing for each task after the fact would solve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3.45 to 16.35 more tasks in every 100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than the best single fixed choice, and spend 1.6–35.3% less — in all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could do it.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settings did a learned choice beat simply always using the cheapest way on both success and cost — and even choosing with hindsight manages that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method.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way saves 9.5–30.6% at the same success in 8 of 8 — but that too needs hindsight, and plain always-cheapest usually saves more.</a:t>
            </a:r>
          </a:p>
        </p:txBody>
      </p:sp>
      <p:pic>
        <p:nvPicPr>
          <p:cNvPr id="179" name="Picture 178" descr="qr_rep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