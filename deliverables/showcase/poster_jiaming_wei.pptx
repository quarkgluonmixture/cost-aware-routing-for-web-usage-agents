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Today's 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Perfect hindsight would solve up to 16 more tasks in 100 than the best single view. None of 8 learned choices beat always using the cheapest view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THE AGENT LOOP, AND WHERE THE DECISION SITS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ight Arrow 76"/>
          <p:cNvSpPr/>
          <p:nvPr/>
        </p:nvSpPr>
        <p:spPr>
          <a:xfrm>
            <a:off x="3823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ight Arrow 77"/>
          <p:cNvSpPr/>
          <p:nvPr/>
        </p:nvSpPr>
        <p:spPr>
          <a:xfrm>
            <a:off x="8215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ight Arrow 78"/>
          <p:cNvSpPr/>
          <p:nvPr/>
        </p:nvSpPr>
        <p:spPr>
          <a:xfrm>
            <a:off x="14119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17791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7200" y="5580000"/>
            <a:ext cx="3024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7200" y="5580000"/>
            <a:ext cx="3024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200" y="5724000"/>
            <a:ext cx="26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TASK + THE LIVE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7200" y="5958000"/>
            <a:ext cx="26640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200" y="7016345"/>
            <a:ext cx="266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Part of the intent is in the pictures, part in the text.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800" y="7621314"/>
            <a:ext cx="2692800" cy="15189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7" name="Picture 86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00" y="7635714"/>
            <a:ext cx="2664000" cy="1490175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255200" y="5580000"/>
            <a:ext cx="3888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435200" y="5724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WHO DECIDES HOW TO SEE IT?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35200" y="5958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9200" y="6084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One fixed view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9200" y="6426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same view for every task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35200" y="7290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9200" y="7416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Perfect hindsight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9200" y="7758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knowing afterwards which view solved it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435200" y="8622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9200" y="8748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A learned choice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9200" y="9090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made before the task runs, from what the page looks like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35200" y="10260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this box is what we measure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47200" y="5580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7200" y="5580000"/>
            <a:ext cx="5400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27200" y="57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27200" y="6084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only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27200" y="662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3,123 tokens on this page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6800" y="5709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91200" y="5724000"/>
            <a:ext cx="2376000" cy="1329075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8647200" y="7308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647200" y="7308000"/>
            <a:ext cx="5400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27200" y="7470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27200" y="7812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page as text: its elements and labels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27200" y="835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3,314 tokens · +3 text-only variants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491200" y="7452000"/>
            <a:ext cx="2376000" cy="1328400"/>
          </a:xfrm>
          <a:prstGeom prst="rect">
            <a:avLst/>
          </a:prstGeom>
          <a:solidFill>
            <a:srgbClr val="FFFFFF"/>
          </a:solidFill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563200" y="7524000"/>
            <a:ext cx="2232000" cy="11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[2] RootWebArea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[89] link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[90] image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[115] link 'My account'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[5] link 'Logout'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[118] link 'Publish Ad'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647200" y="9036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47200" y="9036000"/>
            <a:ext cx="5400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27200" y="9198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27200" y="9540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with numbered boxes, plus the text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827200" y="1008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476800" y="9165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0" name="Picture 119" descr="eye_bo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200" y="9180000"/>
            <a:ext cx="2376000" cy="1329075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14551200" y="5580000"/>
            <a:ext cx="3168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551200" y="5580000"/>
            <a:ext cx="3168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731200" y="5724000"/>
            <a:ext cx="280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AGENT, ONE STEP AT A TIME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731200" y="5958000"/>
            <a:ext cx="2808000" cy="3227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731200" y="6352781"/>
            <a:ext cx="2808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731200" y="6752465"/>
            <a:ext cx="28080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Only the page view changes; model, prompt, step budget and cost accounting stay fixed.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8223200" y="5580000"/>
            <a:ext cx="25668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8223200" y="5580000"/>
            <a:ext cx="2566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8403200" y="5724000"/>
            <a:ext cx="22068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WHEN IT STOPS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403200" y="5958000"/>
            <a:ext cx="2206800" cy="771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✓ solved / ✗ not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$ for the attempt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403200" y="6801563"/>
            <a:ext cx="22068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8 website × model combinations · two public benchmarks · 6 views · 8,934 attempts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6113600" y="10620000"/>
            <a:ext cx="43200" cy="432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239200" y="11030400"/>
            <a:ext cx="13896000" cy="432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217600" y="10764000"/>
            <a:ext cx="43200" cy="288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>
            <a:off x="2131200" y="10620000"/>
            <a:ext cx="216000" cy="162000"/>
          </a:xfrm>
          <a:prstGeom prst="triangle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99200" y="11124000"/>
            <a:ext cx="13176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action changes the page → next step · up to 30 steps per task · the bill grows with every step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7200" y="11412000"/>
            <a:ext cx="200628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Everything is held fixed except how the page is shown. The dashed box is what this work measures — one fixed view, perfect hindsight, or a choice a model had to learn — each judged on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success and cost. The laptop beside this poster replays the loop on three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199168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194848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 ACROSS 8,934 TASK ATTEMPTS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30952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319691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727200" y="12531684"/>
            <a:ext cx="200628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92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in 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92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PERFECT HINDSIGHT, SUCCESS ONLY, BEST OF 8 · VS ONE FIXED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8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988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SETTINGS WHERE A LEARNED CHOICE WON ON BOTH SUCCESS AND COST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184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0184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SETTINGS WHERE PERFECT HINDSIGHT WON ON BOTH SUCCESS AND COST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7200" y="13845684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ONE FIXED VIEW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solves most tasks in a setting, used for every task.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86800" y="13845684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ALWAYS-CHEAPEST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costs least on average in a setting, used for every task.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“Won” above = beat this rule on both success and cost.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246400" y="13845684"/>
            <a:ext cx="65436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PERFECT HINDSIGHT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for each task, the view that solved it, picked after the fact. An optimistic bound: rerunning one unchanged view flips 10–14% of outcomes and by itself gains 2.0–7.6 tasks in 100.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27200" y="14936737"/>
            <a:ext cx="6451200" cy="1634345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27200" y="14936737"/>
            <a:ext cx="86400" cy="1634345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43200" y="15116737"/>
            <a:ext cx="6019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THE CATCH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43200" y="15350737"/>
            <a:ext cx="6019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choosing a view solve the fewest tasks — so they produce the fewest examples to learn the choice from.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6859082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6815882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LEARNING THE CHOICE FAILS HERE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7176918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7187089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727200" y="17399082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training example for “which view” exists only when the agent solves a task. Here the best single view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leaving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examples per setting — enough to train a classifier in only 2 of the 6 VisualWebArena settings.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27200" y="19156990"/>
            <a:ext cx="6451200" cy="374202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7200" y="1915699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5" name="Picture 154" descr="poster_label_supp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200" y="19315390"/>
            <a:ext cx="6235200" cy="3475629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7200" y="22989018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3.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Usable “which view” examples against the best single view's success rate, one point per VisualWebArena setting. Examples exist only where tasks get solved.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27200" y="23608387"/>
            <a:ext cx="6451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Shrinking the training data on purpose points to scarcity as the main bottleneck,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4828732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4785532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5146568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5156739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27200" y="25368732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Learning how to see is not only a modelling problem: whether it can be learned depends on how good the agent producing the examples already is.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collect reliable examples, then learn when to look.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27200" y="27036640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 the 2–36% success regime we observed. This need not hold for stronger agents.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534800" y="14936737"/>
            <a:ext cx="13255200" cy="667848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534800" y="14936737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2" name="Picture 161" descr="poster_dominance_p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800" y="15095137"/>
            <a:ext cx="13039200" cy="641208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534800" y="21705221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way of choosing a view, in every setting, compared with one fixed rule: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view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 —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on every task, which is why a few points sit left of it. Learned choices are scored only on tasks they never saw.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534800" y="22324590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Perfect hindsight would pay.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Picking the winning view for each task after the fact would solve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3.45 to 16.35 more tasks in every 100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than the best single view, and spend 1.6–35.3% less — in all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could do it.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settings did a learned choice beat always using the cheapest view on both success and cost — and even perfect hindsight manages that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method.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view saves 9.5–30.6% at the same success in 8 of 8 — but that too needs hindsight, and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469328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465008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WATCH THE LAPTOP BESIDE THIS POSTER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501111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5021287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34800" y="25233280"/>
            <a:ext cx="13255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Same task, three views, different behaviour and different bills — step by step. Three illustrative tasks, chosen so each view wins once;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not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how often each wins.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7348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67532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7716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534800" y="26238843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34800" y="26328843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7348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67532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21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7716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34800" y="26688843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534800" y="26724843"/>
            <a:ext cx="698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7348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30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67532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7716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534800" y="27308212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34800" y="27344212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47348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19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67532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7716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7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534800" y="27704212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534800" y="27776212"/>
            <a:ext cx="13255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One recorded attempt per view, B0 · classifieds. Every ✓ / ✗ came out the same on an independent rerun; steps and bill differ run to run.</a:t>
            </a:r>
          </a:p>
        </p:txBody>
      </p:sp>
      <p:pic>
        <p:nvPicPr>
          <p:cNvPr id="186" name="Picture 185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