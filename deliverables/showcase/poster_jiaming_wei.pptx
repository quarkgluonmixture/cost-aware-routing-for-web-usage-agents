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584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Can a web agent learn when a screenshot is worth the cost?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Choosing the page representation per task could solve up to 16 more tasks in 100 than the best fixed mode — yet none of 8 learned routers beat always using the cheapest mode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jiaming.wei.22@ucl.ac.uk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5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HOW A WEB AGENT SEES A PAGE, AND WHAT WE COMPARED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727200" y="5580000"/>
            <a:ext cx="20062800" cy="768601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27200" y="5580000"/>
            <a:ext cx="20062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9" name="Picture 78" descr="poster_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00" y="5738400"/>
            <a:ext cx="19846800" cy="741961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727200" y="13356018"/>
            <a:ext cx="200628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The agent (①) is held fixed — same task, actions, step limit and cost accounting — and only the page encoding it is handed (②) varies: six observation modes, DOM, three text-only variants (P-text, P-prompt, P-SoM), SoM and Vision. Each runs on 8 website–model settings from VisualWebArena and WebArena (8,934 episodes). Three policies (③) are compared: a fixed mode, a hindsight oracle that picks the best mode per task after the fact, and a learned router that must choose before the task runs.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411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406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THE PROBLEM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442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444000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727200" y="14652000"/>
            <a:ext cx="6451200" cy="1739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web agent looks at a page, decides what to click or type, acts, and repeats. Before each step it must be handed some encoding of the page.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That encoding is usually chosen once and paid for at every step: cheap text, an expensive annotated screenshot, or both.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7200" y="16535908"/>
            <a:ext cx="6451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The same page, sent three ways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· B0 · classifieds task 0 · first step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7200" y="16827592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7200" y="16881592"/>
            <a:ext cx="100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E8720C"/>
                </a:solidFill>
                <a:latin typeface="Arial"/>
              </a:rPr>
              <a:t>DOM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35200" y="16881592"/>
            <a:ext cx="172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3,314 tokens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35200" y="16921192"/>
            <a:ext cx="36432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text only, no image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7200" y="17151592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27200" y="17205592"/>
            <a:ext cx="100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855F"/>
                </a:solidFill>
                <a:latin typeface="Arial"/>
              </a:rPr>
              <a:t>SoM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35200" y="17205592"/>
            <a:ext cx="172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4,335 tokens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35200" y="17245192"/>
            <a:ext cx="36432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text + 143 KB marked image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7200" y="17475592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27200" y="17529592"/>
            <a:ext cx="100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F5FD6"/>
                </a:solidFill>
                <a:latin typeface="Arial"/>
              </a:rPr>
              <a:t>Vision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735200" y="17529592"/>
            <a:ext cx="172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3,123 tokens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535200" y="17569192"/>
            <a:ext cx="36432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110 KB screenshot, no text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7200" y="17799592"/>
            <a:ext cx="6451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27200" y="17871592"/>
            <a:ext cx="6451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SoM's text is within 1% of DOM's; nearly all of its extra cost is the image.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7200" y="18235276"/>
            <a:ext cx="6451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Is the screenshot needed at every step — and can the steps that need it be identified cheaply enough to be worth identifying?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9455621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9412421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WHY IT CANNOT BE LEARNED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773457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783628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27200" y="19995621"/>
            <a:ext cx="6451200" cy="31570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routing label exists only when the agent solves a task. Here the best single mode solves just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tasks, which leaves typically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usable labels per setting.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The agents that would gain most from routing produce the least supervision to learn it.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Deliberately shrinking the training data confirms scarcity is the mechanism, and prices it: the failing settings would need at least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tasks than the benchmarks contain — a specification, not an impossibility.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404656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361456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HOW MUCH OF THIS IS NOISE?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722492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732663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27200" y="23944656"/>
            <a:ext cx="6451200" cy="1739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Rerunning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one unchanged mode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on the same tasks flips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10–14%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outcomes and by itself buys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2.0–7.6 pp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success (B0 · classifieds, six replicated modes, n=224).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Every gain on this sheet is read against that band, not against zero.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1411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406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RESULTS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442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4440007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7534800" y="14652000"/>
            <a:ext cx="13255200" cy="1170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86800" y="14832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+16.35 pp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786800" y="15390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CEILING, LARGEST OF 8 · VS BEST FIXED MODE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037200" y="14832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2037200" y="15390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LEARNED ROUTERS BEAT ALWAYS-CHEAPEST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287600" y="14832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287600" y="15390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HINDSIGHT ORACLES BEAT ALWAYS-CHEAPEST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534800" y="15966000"/>
            <a:ext cx="13255200" cy="743535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534800" y="15966000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9" name="Picture 108" descr="poster_dominance_pla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2800" y="16124400"/>
            <a:ext cx="13039200" cy="7168951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7534800" y="23491350"/>
            <a:ext cx="13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 policy in every setting against one fixed baseline,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always use the cheapest mode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(★). A win lands in the shaded region: cheaper </a:t>
            </a:r>
            <a:r>
              <a:rPr sz="1271" b="0" i="1">
                <a:solidFill>
                  <a:srgbClr val="5D6787"/>
                </a:solidFill>
                <a:latin typeface="Arial"/>
              </a:rPr>
              <a:t>and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no worse. Always-cheapest is cheapest on average, not per episode, which is why a few points sit left of it. Nested cross-validation; 10,000 bundle permutations.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34800" y="24110719"/>
            <a:ext cx="13255200" cy="2188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The ceiling is real.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In hindsight, choosing the mode per task solves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+3.45 to +16.35 pp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than the best single fixed mode, at 1.6–35.3% lower cost, in 8 of 8 settings.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Nothing we trained wins.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learned routers beat always-cheapest on both success and cost — and even the hindsight oracle does so in only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What survives is a bound, not a router.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Sending the tasks nobody solves to the cheapest mode saves 9.5–30.6% at identical success in 8 of 8 — against the best-success fixed mode, and plain always-cheapest usually saves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6479409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6436209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6797245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6807416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7534800" y="27019409"/>
            <a:ext cx="13255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Routing is not only a model-selection problem: its learnability depends on the competence of the agent producing the labels.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So, in this order: improve the agent, then generate reliable supervision, then learn selective perception.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534800" y="27718972"/>
            <a:ext cx="13255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Measured inside the 2–36% success regime we observed. This conclusion need not hold for stronger agents.</a:t>
            </a:r>
          </a:p>
        </p:txBody>
      </p:sp>
      <p:pic>
        <p:nvPicPr>
          <p:cNvPr id="114" name="Picture 113" descr="qr_rep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