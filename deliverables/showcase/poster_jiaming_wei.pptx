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288000"/>
            <a:ext cx="15526985" cy="1656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Look, read, or both?</a:t>
            </a:r>
          </a:p>
          <a:p>
            <a:pPr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Web agents can't yet learn how to see a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Seen the right way, a page would let the agent solve up to 16 more tasks in 100 than the best fixed mode — yet none of 8 learned routers beat always using the cheapest mode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jiaming.wei.22@ucl.ac.uk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5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WHERE THE DECISION SITS IN THE AGENT LOOP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ight Arrow 76"/>
          <p:cNvSpPr/>
          <p:nvPr/>
        </p:nvSpPr>
        <p:spPr>
          <a:xfrm>
            <a:off x="3895200" y="745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ight Arrow 77"/>
          <p:cNvSpPr/>
          <p:nvPr/>
        </p:nvSpPr>
        <p:spPr>
          <a:xfrm>
            <a:off x="8719200" y="745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ight Arrow 78"/>
          <p:cNvSpPr/>
          <p:nvPr/>
        </p:nvSpPr>
        <p:spPr>
          <a:xfrm>
            <a:off x="13471200" y="745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17287200" y="7452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27200" y="5580000"/>
            <a:ext cx="3096000" cy="4248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7200" y="5580000"/>
            <a:ext cx="3096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7200" y="5724000"/>
            <a:ext cx="273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TASK + LIVE PAGE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7200" y="5958000"/>
            <a:ext cx="27360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“Show me the cheapest bike with red handlebars between $900–950.”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7200" y="7034345"/>
            <a:ext cx="27360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Part of the intent is in the pictures, part in the text — and which part matters changes task by task.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27200" y="5580000"/>
            <a:ext cx="4320000" cy="4248000"/>
          </a:xfrm>
          <a:prstGeom prst="rect">
            <a:avLst/>
          </a:prstGeom>
          <a:solidFill>
            <a:srgbClr val="F7F9FD"/>
          </a:solidFill>
          <a:ln w="8890">
            <a:solidFill>
              <a:srgbClr val="5049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07200" y="5724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WHO DECIDES HOW TO SEE?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507200" y="5958000"/>
            <a:ext cx="3960000" cy="104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651200" y="6084000"/>
            <a:ext cx="367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Fixed mode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651200" y="6426000"/>
            <a:ext cx="3672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same choice for every task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07200" y="7110000"/>
            <a:ext cx="3960000" cy="104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51200" y="7236000"/>
            <a:ext cx="367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Hindsight oracle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51200" y="7578000"/>
            <a:ext cx="3672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best choice, known afterwards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07200" y="8262000"/>
            <a:ext cx="3960000" cy="104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651200" y="8388000"/>
            <a:ext cx="367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Learned router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51200" y="8730000"/>
            <a:ext cx="3672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a choice made before the task runs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151200" y="5580000"/>
            <a:ext cx="4248000" cy="129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51200" y="5580000"/>
            <a:ext cx="4248000" cy="504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31200" y="574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31200" y="6084000"/>
            <a:ext cx="388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screenshot only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331200" y="6408000"/>
            <a:ext cx="38880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3,123 tokens on one real page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51200" y="7056000"/>
            <a:ext cx="4248000" cy="129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51200" y="7056000"/>
            <a:ext cx="4248000" cy="504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331200" y="7218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31200" y="7560000"/>
            <a:ext cx="388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accessibility-tree text only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31200" y="7884000"/>
            <a:ext cx="38880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3,314 tokens · plus three text-only variants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151200" y="8532000"/>
            <a:ext cx="4248000" cy="129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51200" y="8532000"/>
            <a:ext cx="4248000" cy="504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31200" y="8694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31200" y="9036000"/>
            <a:ext cx="3888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marked screenshot + text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31200" y="9360000"/>
            <a:ext cx="3888000" cy="39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4,335 tokens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3903200" y="5580000"/>
            <a:ext cx="3312000" cy="4248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3903200" y="5580000"/>
            <a:ext cx="3312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4083200" y="5724000"/>
            <a:ext cx="29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AGENT, ONE STEP AT A TIME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083200" y="5958000"/>
            <a:ext cx="2952000" cy="3227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think → act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083200" y="6352781"/>
            <a:ext cx="2952000" cy="565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click · type · scroll · go back · finish</a:t>
            </a:r>
          </a:p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repeats until it finishes or hits 30 steps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083200" y="7026150"/>
            <a:ext cx="2952000" cy="1022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Same model, same prompt, same step budget and same cost accounting in every mode — only what it is shown changes.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7719200" y="5580000"/>
            <a:ext cx="3070800" cy="4248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7719200" y="5580000"/>
            <a:ext cx="3070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7899200" y="5724000"/>
            <a:ext cx="27108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MEASURED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7899200" y="5958000"/>
            <a:ext cx="2710800" cy="771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✓ / ✗ per task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$ billed per episode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899200" y="6837563"/>
            <a:ext cx="27108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8 website–model settings · two benchmarks · 6 modes · 8,934 episodes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27200" y="9936000"/>
            <a:ext cx="200628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Everything is held fixed except how the page is shown. The dashed box is what this work measures: a fixed choice, the best choice in hindsight, and a choice a router has to learn — each judged on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both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success and cost. The laptop beside this poster replays the three eyes on the three tasks below.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080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075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ON THE SCREEN BESIDE YOU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111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112800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727200" y="11340000"/>
            <a:ext cx="6451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“Navigate to the item on this page whose image is taken during a sunset.”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27200" y="12075563"/>
            <a:ext cx="6451200" cy="3024000"/>
          </a:xfrm>
          <a:prstGeom prst="rect">
            <a:avLst/>
          </a:prstGeom>
          <a:noFill/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6" name="Picture 125" descr="thumb_1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12075563"/>
            <a:ext cx="6451200" cy="3024000"/>
          </a:xfrm>
          <a:prstGeom prst="rect">
            <a:avLst/>
          </a:prstGeom>
        </p:spPr>
      </p:pic>
      <p:sp>
        <p:nvSpPr>
          <p:cNvPr id="127" name="Rectangle 126"/>
          <p:cNvSpPr/>
          <p:nvPr/>
        </p:nvSpPr>
        <p:spPr>
          <a:xfrm>
            <a:off x="727200" y="15189563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27200" y="15189563"/>
            <a:ext cx="2078400" cy="432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35200" y="15297563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35200" y="15459563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14855F"/>
                </a:solidFill>
                <a:latin typeface="Consolas"/>
              </a:rPr>
              <a:t>✓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47200" y="15513563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2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$0.007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13600" y="15189563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913600" y="15189563"/>
            <a:ext cx="2078400" cy="432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021600" y="15297563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21600" y="15459563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C2352B"/>
                </a:solidFill>
                <a:latin typeface="Consolas"/>
              </a:rPr>
              <a:t>✗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33600" y="15513563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21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$0.096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100000" y="15189563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100000" y="15189563"/>
            <a:ext cx="2078400" cy="432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08000" y="15297563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208000" y="15459563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14855F"/>
                </a:solidFill>
                <a:latin typeface="Consolas"/>
              </a:rPr>
              <a:t>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820000" y="15513563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3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27200" y="16341563"/>
            <a:ext cx="6451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“Navigate to my listing of the blue bike and change the price to $85.50 (including in the description).”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27200" y="17077126"/>
            <a:ext cx="6451200" cy="3024000"/>
          </a:xfrm>
          <a:prstGeom prst="rect">
            <a:avLst/>
          </a:prstGeom>
          <a:noFill/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4" name="Picture 143" descr="thumb_7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200" y="17077126"/>
            <a:ext cx="6451200" cy="3024000"/>
          </a:xfrm>
          <a:prstGeom prst="rect">
            <a:avLst/>
          </a:prstGeom>
        </p:spPr>
      </p:pic>
      <p:sp>
        <p:nvSpPr>
          <p:cNvPr id="145" name="Rectangle 144"/>
          <p:cNvSpPr/>
          <p:nvPr/>
        </p:nvSpPr>
        <p:spPr>
          <a:xfrm>
            <a:off x="727200" y="20191126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27200" y="20191126"/>
            <a:ext cx="2078400" cy="432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35200" y="20299126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5200" y="20461126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C2352B"/>
                </a:solidFill>
                <a:latin typeface="Consolas"/>
              </a:rPr>
              <a:t>✗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47200" y="20515126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30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$0.116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2913600" y="20191126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913600" y="20191126"/>
            <a:ext cx="2078400" cy="432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021600" y="20299126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021600" y="20461126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14855F"/>
                </a:solidFill>
                <a:latin typeface="Consolas"/>
              </a:rPr>
              <a:t>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633600" y="20515126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9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$0.079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100000" y="20191126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100000" y="20191126"/>
            <a:ext cx="2078400" cy="432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208000" y="20299126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208000" y="20461126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C2352B"/>
                </a:solidFill>
                <a:latin typeface="Consolas"/>
              </a:rPr>
              <a:t>✗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20000" y="20515126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6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$0.029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27200" y="21343126"/>
            <a:ext cx="6451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“Show me the cheapest bike with red handlebars between $900-950.”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27200" y="22078689"/>
            <a:ext cx="6451200" cy="3024000"/>
          </a:xfrm>
          <a:prstGeom prst="rect">
            <a:avLst/>
          </a:prstGeom>
          <a:noFill/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2" name="Picture 161" descr="thumb_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200" y="22078689"/>
            <a:ext cx="6451200" cy="3024000"/>
          </a:xfrm>
          <a:prstGeom prst="rect">
            <a:avLst/>
          </a:prstGeom>
        </p:spPr>
      </p:pic>
      <p:sp>
        <p:nvSpPr>
          <p:cNvPr id="163" name="Rectangle 162"/>
          <p:cNvSpPr/>
          <p:nvPr/>
        </p:nvSpPr>
        <p:spPr>
          <a:xfrm>
            <a:off x="727200" y="25192689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27200" y="25192689"/>
            <a:ext cx="2078400" cy="432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35200" y="2530068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35200" y="25462689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C2352B"/>
                </a:solidFill>
                <a:latin typeface="Consolas"/>
              </a:rPr>
              <a:t>✗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447200" y="25516689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19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$0.075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913600" y="25192689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913600" y="25192689"/>
            <a:ext cx="2078400" cy="432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021600" y="2530068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021600" y="25462689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C2352B"/>
                </a:solidFill>
                <a:latin typeface="Consolas"/>
              </a:rPr>
              <a:t>✗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633600" y="25516689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6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$0.025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100000" y="25192689"/>
            <a:ext cx="2078400" cy="86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100000" y="25192689"/>
            <a:ext cx="2078400" cy="432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208000" y="2530068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208000" y="25462689"/>
            <a:ext cx="576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47" b="1" i="0">
                <a:solidFill>
                  <a:srgbClr val="14855F"/>
                </a:solidFill>
                <a:latin typeface="Consolas"/>
              </a:rPr>
              <a:t>✓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820000" y="25516689"/>
            <a:ext cx="12864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7 steps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$0.037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27200" y="26272689"/>
            <a:ext cx="64512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One recorded run per mode, B0 · classifieds. Every ✓ / ✗ above came out the same on an independent rerun; steps and cost differ run to run — across all tasks a rerun flips 10–14% of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1080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075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RESULTS ACROSS 8,934 EPISODES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111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1128007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7534800" y="11340000"/>
            <a:ext cx="13255200" cy="1170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86800" y="11520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+16.35 pp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786800" y="12078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CEILING, LARGEST OF 8 · VS BEST FIXED MODE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037200" y="11520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2037200" y="12078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LEARNED ROUTERS BEAT ALWAYS-CHEAPEST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6287600" y="11520000"/>
            <a:ext cx="42504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6287600" y="12078000"/>
            <a:ext cx="42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HINDSIGHT ORACLES BEAT ALWAYS-CHEAPEST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534800" y="12654000"/>
            <a:ext cx="13255200" cy="743535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534800" y="12654000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8" name="Picture 187" descr="poster_dominance_pla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2800" y="12812400"/>
            <a:ext cx="13039200" cy="7168951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7534800" y="20179350"/>
            <a:ext cx="13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 policy in every setting against one fixed baseline,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always use the cheapest mode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(★). A win lands in the shaded region: cheaper </a:t>
            </a:r>
            <a:r>
              <a:rPr sz="1271" b="0" i="1">
                <a:solidFill>
                  <a:srgbClr val="5D6787"/>
                </a:solidFill>
                <a:latin typeface="Arial"/>
              </a:rPr>
              <a:t>and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no worse. Always-cheapest is cheapest on average, not per episode, which is why a few points sit left of it. Nested cross-validation; 10,000 bundle permutations.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534800" y="20798719"/>
            <a:ext cx="13255200" cy="2188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The ceiling is real.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In hindsight, choosing the eyes per task solves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+3.45 to +16.35 pp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than the best single fixed mode, at 1.6–35.3% lower cost, in 8 of 8 settings.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Nothing we trained wins.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learned routers beat always-cheapest on both success and cost — and even the hindsight oracle does so in only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What survives is a bound, not a router.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Sending the tasks nobody solves to the cheapest mode saves 9.5–30.6% at identical success in 8 of 8 — against the best-success fixed mode, and plain always-cheapest usually saves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203409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160209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WHY IT CANNOT BE LEARNED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521245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531416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7534800" y="23743409"/>
            <a:ext cx="13255200" cy="2062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routing label exists only when the agent solves a task. Here the best single mode solves just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tasks, leaving typically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usable labels per setting —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the agents that would gain most from routing produce the least supervision to learn it.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Deliberately shrinking the training data confirms scarcity is the mechanism and prices it: the failing settings would need at least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tasks than the benchmarks contain.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Rerunning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one unchanged mode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flips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10–14%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outcomes and by itself buys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2.0–7.6 pp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(B0 · classifieds, six replicated modes, n=224); every gain on this sheet is read against that band, not against zero.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6022099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5978899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6339935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6350106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7534800" y="26562099"/>
            <a:ext cx="13255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Routing is not only a model-selection problem: its learnability depends on the competence of the agent producing the labels.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So, in this order: improve the agent, then generate reliable supervision, then learn selective perception.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534800" y="27261662"/>
            <a:ext cx="13255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Measured inside the 2–36% success regime we observed. This conclusion need not hold for stronger agents.</a:t>
            </a:r>
          </a:p>
        </p:txBody>
      </p:sp>
      <p:pic>
        <p:nvPicPr>
          <p:cNvPr id="194" name="Picture 193" descr="qr_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