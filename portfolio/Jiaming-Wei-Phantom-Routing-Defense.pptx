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"/>
  </p:sldMasterIdLst>
  <p:sldIdLst>
    <p:sldId id="256" r:id="rIdS1"/>
    <p:sldId id="257" r:id="rIdS2"/>
    <p:sldId id="258" r:id="rIdS3"/>
    <p:sldId id="259" r:id="rIdS4"/>
    <p:sldId id="260" r:id="rIdS5"/>
    <p:sldId id="261" r:id="rIdS6"/>
    <p:sldId id="262" r:id="rIdS7"/>
    <p:sldId id="263" r:id="rIdS8"/>
    <p:sldId id="264" r:id="rIdS9"/>
    <p:sldId id="265" r:id="rIdS10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M" Type="http://schemas.openxmlformats.org/officeDocument/2006/relationships/slideMaster" Target="slideMasters/slideMaster1.xml"/><Relationship Id="rIdT" Type="http://schemas.openxmlformats.org/officeDocument/2006/relationships/theme" Target="theme/theme1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Relationship Id="rIdS7" Type="http://schemas.openxmlformats.org/officeDocument/2006/relationships/slide" Target="slides/slide7.xml"/><Relationship Id="rIdS8" Type="http://schemas.openxmlformats.org/officeDocument/2006/relationships/slide" Target="slides/slide8.xml"/><Relationship Id="rIdS9" Type="http://schemas.openxmlformats.org/officeDocument/2006/relationships/slide" Target="slides/slide9.xml"/><Relationship Id="rIdS10" Type="http://schemas.openxmlformats.org/officeDocument/2006/relationships/slide" Target="slides/slide10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T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L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L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L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L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L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L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L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L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L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L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