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M" Type="http://schemas.openxmlformats.org/officeDocument/2006/relationships/slideMaster" Target="slideMasters/slideMaster1.xml"/><Relationship Id="rIdT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L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2.png"/><Relationship Id="rIdL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3.png"/><Relationship Id="rIdL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4.png"/><Relationship Id="rIdL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5.png"/><Relationship Id="rIdL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6.png"/><Relationship Id="rIdL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7.png"/><Relationship Id="rIdL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8.png"/><Relationship Id="rIdL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9.png"/><Relationship Id="rIdL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10.png"/><Relationship Id="rIdL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